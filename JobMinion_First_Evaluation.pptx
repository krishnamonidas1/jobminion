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57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JobMinion is your internship project at NIELIT Tezpur. Briefly explain what the project does in one sentence before moving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walk through the agenda. This gives evaluators a clear picture of what to expect in the next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real-world pain of job hunting. Every application requires searching, tailoring a resume, writing a cover letter, and finding an email. Multiply that by 30 jobs and it's weeks of repetitive work. This is the gap JobMinion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defines the project in one sentence. Then describe each of the four pillars briefly. The key message is that JobMinion combines scraping, AI, PDF generation, and email into a single automated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in order. Emphasise that all five stages are connected and run automatically. The single command is a good talking point — it shows the system is production-ready as 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feature briefly. The most impressive ones to emphasise for the evaluators are AI scoring (using a real LLM), the resume tailoring (with the ethical no-fabrication principle), and the full automation via a single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evaluators don't need a deep dive on each library. Highlight that Python is the core language and Groq Llama 3.3 70B is the AI backbone. Mention that Supabase replaces the need for a traditional database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important slide for the evaluators. Stress that the system is a productivity tool, not a deception tool. Every application it sends is an honest representation of the applicant — the AI only reorganises and emphasises, it does not fabricate.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confident when presenting the 'Completed' list — the backend pipeline is fully functional and being tested. For the web app, explain that the next phase will make the system usable by anyone, not just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If asked about challenges: mention LinkedIn scraping rate limits and handling resumes with non-standard formatting. If asked what's next: web interface. If asked about the AI model choice: Groq gives very fast inference which is important for running the pipeline across many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8229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Based Learning · NIELIT Tezpur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292608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Moni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Evaluation · June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0" y="1005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JobMinion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4114800" y="2057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Job Application Agent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job applications need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945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JobMinion?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272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pipeline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95344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5993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9867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the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6187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517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29968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945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4505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fabrication, ever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62656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272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383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and what comes next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95344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05993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39867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3258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browsing dozens of job portals for relevant openings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143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3258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2834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the resume and cover letter from scratch for every role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1430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13258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2834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down contact emails and sending applications one by one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job application can take over an hour. Multiplied across dozens of roles, this becomes a real barrier.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JobMinion?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pipeline that automates the entire job application workflow — from resume parsing to email dispatch.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019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Matching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02996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scores each job against your resume and tailors the content automatically.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55448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9019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Documents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0" y="202996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job-specific resume and personalised cover letter for every application.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4787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Email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675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contact email and sends the application with PDF attachments via Gmail SMTP.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5478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Tracking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9280" y="36758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 listings, scores, documents and email statuses are stored and tracked in Supabase.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83080" y="1965960"/>
            <a:ext cx="411480" cy="54864"/>
          </a:xfrm>
          <a:prstGeom prst="rect">
            <a:avLst/>
          </a:prstGeom>
          <a:solidFill>
            <a:srgbClr val="3A56B0"/>
          </a:solidFill>
          <a:ln w="12700">
            <a:solidFill>
              <a:srgbClr val="3A56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88366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8952" y="1051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965960"/>
            <a:ext cx="411480" cy="54864"/>
          </a:xfrm>
          <a:prstGeom prst="rect">
            <a:avLst/>
          </a:prstGeom>
          <a:solidFill>
            <a:srgbClr val="3A56B0"/>
          </a:solidFill>
          <a:ln w="12700">
            <a:solidFill>
              <a:srgbClr val="3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188366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1051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94560" y="1783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1965960"/>
            <a:ext cx="411480" cy="54864"/>
          </a:xfrm>
          <a:prstGeom prst="rect">
            <a:avLst/>
          </a:prstGeom>
          <a:solidFill>
            <a:srgbClr val="3A56B0"/>
          </a:solidFill>
          <a:ln w="12700">
            <a:solidFill>
              <a:srgbClr val="3A5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188366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07992" y="1051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69080" y="1783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965960"/>
            <a:ext cx="411480" cy="54864"/>
          </a:xfrm>
          <a:prstGeom prst="rect">
            <a:avLst/>
          </a:prstGeom>
          <a:solidFill>
            <a:srgbClr val="3A56B0"/>
          </a:solidFill>
          <a:ln w="12700">
            <a:solidFill>
              <a:srgbClr val="3A56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188366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1051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1783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57032" y="1051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18120" y="17830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181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3520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also stores every job, score, document and email status in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complete traceability.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32" y="10698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Scraping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41832" y="141732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scraping with BeautifulSoup — collects title, company, location, description and link.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9601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632" y="10698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Scoring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13632" y="141732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scores each job 0–100 based on how well it matches your resume.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72200" y="9601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106984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Tailoring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885432" y="141732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job-specific resume highlighting relevant skills — no fabrication, only reorganisation.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28600" y="28803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918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1832" y="2990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Letters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41832" y="333756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cover letter per job, based on role, company and the applicant's actual background.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0" y="28803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9184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13632" y="2990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Automation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913632" y="333756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recipient email via regex + AI + pattern guessing, then sends via Gmail SMTP.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172200" y="28803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85432" y="2990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Tracking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885432" y="3337560"/>
            <a:ext cx="1874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job, score, document and email status logged in a cloud database for full visibility.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· Llama 3.3 70B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scoring, tailoring, cover letter generation, email extraction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BeautifulSoup + Requests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6002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job listings from LinkedIn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1488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pdfplumber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and extracting text from the user's resume PDF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697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ReportLab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tailored resumes and cover letters to PDF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246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jobs, scores, documents and email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7947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SMTP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947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application emails with PDF attachments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43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Secrets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3434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343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API keys and credentials securely via .env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automates applications must not fabricate or mislead.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What JobMinion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Reorganises and highlights relevant content from your existing resume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the skills and projects that match each specific job description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Rephrases content to suit the tone and requirements of each role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cover letters based strictly on verified applicant information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253480"/>
          </a:solidFill>
          <a:ln w="12700">
            <a:solidFill>
              <a:srgbClr val="3A56B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What It Never Does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938528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skills, degrees, or experience that are not in the original resume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false employment history or project descriptions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claims that go beyond what the applicant has actually provided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Exaggerate or misrepresent qualifications in any way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Completed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from PDF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job scraping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 integration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scoring (0–100)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 generation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cover letter generation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conversion with ReportLab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email extraction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email dispatch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via single command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Planned: Web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572768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interface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configuration panel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display for each job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 preview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preview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status tracker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history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3246120"/>
            <a:ext cx="292608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" y="37673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Based Learning Intern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NIELIT Tezpur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0" y="457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JobMinion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11480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Job Application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16916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Python automation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for AI-powered content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design — no fabrication, ever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Supabase tracking and status logging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interface planned for next phase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0" y="384048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253480"/>
          </a:solidFill>
          <a:ln w="12700">
            <a:solidFill>
              <a:srgbClr val="3A56B0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to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1125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JobMinion — First Evaluation Presentation</dc:title>
  <dc:subject>PptxGenJS Presentation</dc:subject>
  <dc:creator>Krishna</dc:creator>
  <cp:lastModifiedBy>KRISHNAMONI DAS</cp:lastModifiedBy>
  <cp:revision>8</cp:revision>
  <dcterms:created xsi:type="dcterms:W3CDTF">2026-06-15T02:27:32Z</dcterms:created>
  <dcterms:modified xsi:type="dcterms:W3CDTF">2026-06-30T13:35:58Z</dcterms:modified>
</cp:coreProperties>
</file>